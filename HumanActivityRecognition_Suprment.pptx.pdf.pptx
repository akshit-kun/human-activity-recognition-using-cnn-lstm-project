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hreyaskm51/Human-Activity-Recognition-with-CNN-LSTM/tree/aiml-collab-file" TargetMode="External" Type="http://schemas.openxmlformats.org/officeDocument/2006/relationships/hyperlink"/><Relationship Id="rId3" Target="https://github.com/shreyaskm51/Human-Activity-Recognition-with-CNN-LSTM/blob/main/ai-har.ipynb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9015" y="9686925"/>
            <a:ext cx="2153222" cy="514350"/>
          </a:xfrm>
          <a:custGeom>
            <a:avLst/>
            <a:gdLst/>
            <a:ahLst/>
            <a:cxnLst/>
            <a:rect r="r" b="b" t="t" l="l"/>
            <a:pathLst>
              <a:path h="514350" w="2153222">
                <a:moveTo>
                  <a:pt x="0" y="0"/>
                </a:moveTo>
                <a:lnTo>
                  <a:pt x="2153222" y="0"/>
                </a:lnTo>
                <a:lnTo>
                  <a:pt x="21532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" b="0"/>
            </a:stretch>
          </a:blipFill>
        </p:spPr>
      </p:sp>
      <p:sp>
        <p:nvSpPr>
          <p:cNvPr name="Freeform 3" id="3" descr="preencoded.png"/>
          <p:cNvSpPr/>
          <p:nvPr/>
        </p:nvSpPr>
        <p:spPr>
          <a:xfrm flipH="false" flipV="false" rot="0">
            <a:off x="1108710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06538" y="5313016"/>
            <a:ext cx="76200" cy="76200"/>
            <a:chOff x="0" y="0"/>
            <a:chExt cx="762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40301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6538" y="5774979"/>
            <a:ext cx="76200" cy="76200"/>
            <a:chOff x="0" y="0"/>
            <a:chExt cx="762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403011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6538" y="6236941"/>
            <a:ext cx="76200" cy="76200"/>
            <a:chOff x="0" y="0"/>
            <a:chExt cx="762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403011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06538" y="6698904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403011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06538" y="7160866"/>
            <a:ext cx="76200" cy="76200"/>
            <a:chOff x="0" y="0"/>
            <a:chExt cx="762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40301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2269627"/>
            <a:ext cx="9607048" cy="176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2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Human Activity Recognition with CNN + LSTM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326" y="4134298"/>
            <a:ext cx="7871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4134298"/>
            <a:ext cx="48798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2041" y="4906861"/>
            <a:ext cx="2409025" cy="246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Alok Murali </a:t>
            </a:r>
          </a:p>
          <a:p>
            <a:pPr algn="l">
              <a:lnSpc>
                <a:spcPts val="1806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Rishi Bhargav</a:t>
            </a:r>
          </a:p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Shreyas Muniraju </a:t>
            </a:r>
          </a:p>
          <a:p>
            <a:pPr algn="l">
              <a:lnSpc>
                <a:spcPts val="1806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Akshitraj C</a:t>
            </a:r>
          </a:p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Anchit Tushar Bhat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B5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96088" y="1428236"/>
            <a:ext cx="4789541" cy="7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1"/>
              </a:lnSpc>
            </a:pPr>
            <a:r>
              <a:rPr lang="en-US" b="true" sz="4436">
                <a:solidFill>
                  <a:srgbClr val="FAF9F4"/>
                </a:solidFill>
                <a:latin typeface="Arimo Bold"/>
                <a:ea typeface="Arimo Bold"/>
                <a:cs typeface="Arimo Bold"/>
                <a:sym typeface="Arimo Bold"/>
              </a:rPr>
              <a:t>About the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4769" y="3793255"/>
            <a:ext cx="16158553" cy="244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b="true" sz="76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Classifying Human Activities from Video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2238" y="3713559"/>
            <a:ext cx="16303409" cy="1134047"/>
          </a:xfrm>
          <a:custGeom>
            <a:avLst/>
            <a:gdLst/>
            <a:ahLst/>
            <a:cxnLst/>
            <a:rect r="r" b="b" t="t" l="l"/>
            <a:pathLst>
              <a:path h="1134047" w="16303409">
                <a:moveTo>
                  <a:pt x="0" y="0"/>
                </a:moveTo>
                <a:lnTo>
                  <a:pt x="16303409" y="0"/>
                </a:lnTo>
                <a:lnTo>
                  <a:pt x="16303409" y="1134047"/>
                </a:lnTo>
                <a:lnTo>
                  <a:pt x="0" y="113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2238" y="1491701"/>
            <a:ext cx="5846769" cy="49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6885" y="2212181"/>
            <a:ext cx="7871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5759" y="5697588"/>
            <a:ext cx="3401016" cy="38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Processing raw video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0210" y="5697588"/>
            <a:ext cx="4541691" cy="38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Hybrid CNN + LSTM for recognition.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4670" y="5649963"/>
            <a:ext cx="4172398" cy="8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Categorizing actions like walking, running, falling.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393156"/>
            <a:ext cx="15980988" cy="43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Thisprojectimplements adeeplearningmodeltorecognize human activities from video data, specifically classifying videos into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840831"/>
            <a:ext cx="3872160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b="true" sz="2186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walking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b="true" sz="2186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running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, and </a:t>
            </a:r>
            <a:r>
              <a:rPr lang="en-US" b="true" sz="2186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falling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5110096"/>
            <a:ext cx="1938747" cy="48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Video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10210" y="5110096"/>
            <a:ext cx="3601345" cy="48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Deep Learning 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4670" y="5110096"/>
            <a:ext cx="3700996" cy="48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Activity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C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9050" y="0"/>
            <a:ext cx="18268950" cy="10287000"/>
            <a:chOff x="0" y="0"/>
            <a:chExt cx="18268950" cy="1028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689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68950">
                  <a:moveTo>
                    <a:pt x="0" y="0"/>
                  </a:moveTo>
                  <a:lnTo>
                    <a:pt x="0" y="10287000"/>
                  </a:lnTo>
                  <a:lnTo>
                    <a:pt x="18268950" y="10287000"/>
                  </a:lnTo>
                  <a:lnTo>
                    <a:pt x="18268950" y="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85517" y="4577658"/>
            <a:ext cx="8084039" cy="4037076"/>
          </a:xfrm>
          <a:custGeom>
            <a:avLst/>
            <a:gdLst/>
            <a:ahLst/>
            <a:cxnLst/>
            <a:rect r="r" b="b" t="t" l="l"/>
            <a:pathLst>
              <a:path h="4037076" w="8084039">
                <a:moveTo>
                  <a:pt x="0" y="0"/>
                </a:moveTo>
                <a:lnTo>
                  <a:pt x="8084039" y="0"/>
                </a:lnTo>
                <a:lnTo>
                  <a:pt x="8084039" y="4037076"/>
                </a:lnTo>
                <a:lnTo>
                  <a:pt x="0" y="4037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27216" y="4577658"/>
            <a:ext cx="8084334" cy="5027571"/>
          </a:xfrm>
          <a:custGeom>
            <a:avLst/>
            <a:gdLst/>
            <a:ahLst/>
            <a:cxnLst/>
            <a:rect r="r" b="b" t="t" l="l"/>
            <a:pathLst>
              <a:path h="5027571" w="8084334">
                <a:moveTo>
                  <a:pt x="0" y="0"/>
                </a:moveTo>
                <a:lnTo>
                  <a:pt x="8084335" y="0"/>
                </a:lnTo>
                <a:lnTo>
                  <a:pt x="8084335" y="5027571"/>
                </a:lnTo>
                <a:lnTo>
                  <a:pt x="0" y="5027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517" y="601142"/>
            <a:ext cx="8358645" cy="7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b="true" sz="4374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Our Hybrid Model: CNN +LSTM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517" y="3177226"/>
            <a:ext cx="8150352" cy="105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7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pre-trained ResNet-18 model acts as a feature extractor. For each video frame, the CNN analyzes the image to extract key spatial features, understanding posture and objects.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517" y="2061391"/>
            <a:ext cx="15957718" cy="3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7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core of our approach combines a </a:t>
            </a:r>
            <a:r>
              <a:rPr lang="en-US" b="true" sz="1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Convolutional Neural Network (CNN)</a:t>
            </a:r>
            <a:r>
              <a:rPr lang="en-US" sz="17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with a </a:t>
            </a:r>
            <a:r>
              <a:rPr lang="en-US" b="true" sz="1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Long Short-Term Memory (LSTM)</a:t>
            </a:r>
            <a:r>
              <a:rPr lang="en-US" sz="17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network for robust activity recognition.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7216" y="3177226"/>
            <a:ext cx="8062265" cy="105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7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sequence of features extracted from all frames is fed into an LSTM network. The LSTM understands temporal patterns, analyzing how features change over time to recognize the overall action.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517" y="2583190"/>
            <a:ext cx="2720835" cy="45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CNN (ResNet-18)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7216" y="2583190"/>
            <a:ext cx="925487" cy="45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LSTM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B5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5041" y="1494911"/>
            <a:ext cx="3832603" cy="140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b="true" sz="4436">
                <a:solidFill>
                  <a:srgbClr val="FAF9F4"/>
                </a:solidFill>
                <a:latin typeface="Arimo Bold"/>
                <a:ea typeface="Arimo Bold"/>
                <a:cs typeface="Arimo Bold"/>
                <a:sym typeface="Arimo Bold"/>
              </a:rPr>
              <a:t>Tech Stack &amp; Requirements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03349" y="4305414"/>
            <a:ext cx="11785225" cy="244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b="true" sz="76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Tools for Development &amp;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635" y="3383061"/>
            <a:ext cx="8194939" cy="1874987"/>
          </a:xfrm>
          <a:custGeom>
            <a:avLst/>
            <a:gdLst/>
            <a:ahLst/>
            <a:cxnLst/>
            <a:rect r="r" b="b" t="t" l="l"/>
            <a:pathLst>
              <a:path h="1874987" w="8194939">
                <a:moveTo>
                  <a:pt x="0" y="0"/>
                </a:moveTo>
                <a:lnTo>
                  <a:pt x="8194939" y="0"/>
                </a:lnTo>
                <a:lnTo>
                  <a:pt x="8194939" y="1874987"/>
                </a:lnTo>
                <a:lnTo>
                  <a:pt x="0" y="187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0635" y="5376462"/>
            <a:ext cx="8192872" cy="2980477"/>
          </a:xfrm>
          <a:custGeom>
            <a:avLst/>
            <a:gdLst/>
            <a:ahLst/>
            <a:cxnLst/>
            <a:rect r="r" b="b" t="t" l="l"/>
            <a:pathLst>
              <a:path h="2980477" w="8192872">
                <a:moveTo>
                  <a:pt x="0" y="0"/>
                </a:moveTo>
                <a:lnTo>
                  <a:pt x="8192872" y="0"/>
                </a:lnTo>
                <a:lnTo>
                  <a:pt x="8192872" y="2980478"/>
                </a:lnTo>
                <a:lnTo>
                  <a:pt x="0" y="2980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84081" y="3383061"/>
            <a:ext cx="8195100" cy="1874987"/>
          </a:xfrm>
          <a:custGeom>
            <a:avLst/>
            <a:gdLst/>
            <a:ahLst/>
            <a:cxnLst/>
            <a:rect r="r" b="b" t="t" l="l"/>
            <a:pathLst>
              <a:path h="1874987" w="8195100">
                <a:moveTo>
                  <a:pt x="0" y="0"/>
                </a:moveTo>
                <a:lnTo>
                  <a:pt x="8195101" y="0"/>
                </a:lnTo>
                <a:lnTo>
                  <a:pt x="8195101" y="1874987"/>
                </a:lnTo>
                <a:lnTo>
                  <a:pt x="0" y="187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84081" y="5376462"/>
            <a:ext cx="8192872" cy="2980477"/>
          </a:xfrm>
          <a:custGeom>
            <a:avLst/>
            <a:gdLst/>
            <a:ahLst/>
            <a:cxnLst/>
            <a:rect r="r" b="b" t="t" l="l"/>
            <a:pathLst>
              <a:path h="2980477" w="8192872">
                <a:moveTo>
                  <a:pt x="0" y="0"/>
                </a:moveTo>
                <a:lnTo>
                  <a:pt x="8192872" y="0"/>
                </a:lnTo>
                <a:lnTo>
                  <a:pt x="8192872" y="2980478"/>
                </a:lnTo>
                <a:lnTo>
                  <a:pt x="0" y="2980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2509" y="643004"/>
            <a:ext cx="4804410" cy="176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2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Software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159" y="5683387"/>
            <a:ext cx="1504369" cy="105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0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Libraries</a:t>
            </a:r>
          </a:p>
          <a:p>
            <a:pPr algn="r">
              <a:lnSpc>
                <a:spcPts val="4334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159" y="3766175"/>
            <a:ext cx="4096083" cy="97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Programming Language</a:t>
            </a:r>
          </a:p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1606" y="5683387"/>
            <a:ext cx="2176634" cy="5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Environment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7117" y="6223244"/>
            <a:ext cx="78715" cy="50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1606" y="3689975"/>
            <a:ext cx="4472730" cy="5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b="true" sz="2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Deep Learning Framework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5659" y="4229843"/>
            <a:ext cx="78715" cy="50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7963" y="6223244"/>
            <a:ext cx="3479587" cy="50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OpenCV(video processing)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7963" y="6775999"/>
            <a:ext cx="3825507" cy="106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Scikit-learn (dataset splitting) NumPy (numerical operations)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1606" y="4353668"/>
            <a:ext cx="1054665" cy="38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PyTorch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1606" y="6347069"/>
            <a:ext cx="4628836" cy="38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GoogleColab(forGPU acceleration)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98866" y="2745877"/>
            <a:ext cx="6106268" cy="6106268"/>
          </a:xfrm>
          <a:custGeom>
            <a:avLst/>
            <a:gdLst/>
            <a:ahLst/>
            <a:cxnLst/>
            <a:rect r="r" b="b" t="t" l="l"/>
            <a:pathLst>
              <a:path h="6106268" w="6106268">
                <a:moveTo>
                  <a:pt x="0" y="0"/>
                </a:moveTo>
                <a:lnTo>
                  <a:pt x="6106268" y="0"/>
                </a:lnTo>
                <a:lnTo>
                  <a:pt x="6106268" y="6106267"/>
                </a:lnTo>
                <a:lnTo>
                  <a:pt x="0" y="610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2238" y="1096861"/>
            <a:ext cx="8288179" cy="96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6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Hardware 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8697" y="2242061"/>
            <a:ext cx="3361001" cy="103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331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GPU (Recommended)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471" y="3250406"/>
            <a:ext cx="7871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3431381"/>
            <a:ext cx="9225715" cy="43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AGraphicsProcessing Unit (GPU) is highly recommended for training the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79056"/>
            <a:ext cx="8817416" cy="8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deep learning model. It drastically reduces training time compared to a standard CPU.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66380"/>
            <a:ext cx="8943413" cy="106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Our project was developed using an </a:t>
            </a:r>
            <a:r>
              <a:rPr lang="en-US" b="true" sz="2186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NVIDIA T4 GPU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on Google Colab,</a:t>
            </a:r>
          </a:p>
          <a:p>
            <a:pPr algn="l">
              <a:lnSpc>
                <a:spcPts val="1583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significantly accelerating the training process.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9015" y="9686925"/>
            <a:ext cx="2153222" cy="514350"/>
          </a:xfrm>
          <a:custGeom>
            <a:avLst/>
            <a:gdLst/>
            <a:ahLst/>
            <a:cxnLst/>
            <a:rect r="r" b="b" t="t" l="l"/>
            <a:pathLst>
              <a:path h="514350" w="2153222">
                <a:moveTo>
                  <a:pt x="0" y="0"/>
                </a:moveTo>
                <a:lnTo>
                  <a:pt x="2153222" y="0"/>
                </a:lnTo>
                <a:lnTo>
                  <a:pt x="21532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" b="0"/>
            </a:stretch>
          </a:blipFill>
        </p:spPr>
      </p:sp>
      <p:sp>
        <p:nvSpPr>
          <p:cNvPr name="Freeform 3" id="3" descr="preencoded.png"/>
          <p:cNvSpPr/>
          <p:nvPr/>
        </p:nvSpPr>
        <p:spPr>
          <a:xfrm flipH="false" flipV="false" rot="0">
            <a:off x="1108710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1275" y="797204"/>
            <a:ext cx="5005283" cy="176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2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Dataset &amp;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238" y="5290242"/>
            <a:ext cx="8755437" cy="8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Additionally, we need to upload example videos to the model to help it predict the video.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3156795"/>
            <a:ext cx="9132341" cy="13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Our project utilized a publicly available dataset from Kaggle. This dataset was essential for the initial data preprocessing steps, which included preparing the video frames for input into our CNN + LSTM model.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6687" y="2946502"/>
            <a:ext cx="5370309" cy="28575"/>
            <a:chOff x="0" y="0"/>
            <a:chExt cx="5370309" cy="28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70322" cy="28575"/>
            </a:xfrm>
            <a:custGeom>
              <a:avLst/>
              <a:gdLst/>
              <a:ahLst/>
              <a:cxnLst/>
              <a:rect r="r" b="b" t="t" l="l"/>
              <a:pathLst>
                <a:path h="28575" w="5370322">
                  <a:moveTo>
                    <a:pt x="0" y="0"/>
                  </a:moveTo>
                  <a:lnTo>
                    <a:pt x="0" y="28575"/>
                  </a:lnTo>
                  <a:lnTo>
                    <a:pt x="5370322" y="28575"/>
                  </a:lnTo>
                  <a:lnTo>
                    <a:pt x="5370322" y="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458845" y="2946502"/>
            <a:ext cx="5370309" cy="28575"/>
            <a:chOff x="0" y="0"/>
            <a:chExt cx="5370309" cy="28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322" cy="28575"/>
            </a:xfrm>
            <a:custGeom>
              <a:avLst/>
              <a:gdLst/>
              <a:ahLst/>
              <a:cxnLst/>
              <a:rect r="r" b="b" t="t" l="l"/>
              <a:pathLst>
                <a:path h="28575" w="5370322">
                  <a:moveTo>
                    <a:pt x="0" y="0"/>
                  </a:moveTo>
                  <a:lnTo>
                    <a:pt x="0" y="28575"/>
                  </a:lnTo>
                  <a:lnTo>
                    <a:pt x="5370322" y="28575"/>
                  </a:lnTo>
                  <a:lnTo>
                    <a:pt x="5370322" y="0"/>
                  </a:lnTo>
                  <a:close/>
                </a:path>
              </a:pathLst>
            </a:custGeom>
            <a:solidFill>
              <a:srgbClr val="83792E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071004" y="2946502"/>
            <a:ext cx="5370319" cy="28575"/>
            <a:chOff x="0" y="0"/>
            <a:chExt cx="5370309" cy="28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70322" cy="28575"/>
            </a:xfrm>
            <a:custGeom>
              <a:avLst/>
              <a:gdLst/>
              <a:ahLst/>
              <a:cxnLst/>
              <a:rect r="r" b="b" t="t" l="l"/>
              <a:pathLst>
                <a:path h="28575" w="5370322">
                  <a:moveTo>
                    <a:pt x="0" y="0"/>
                  </a:moveTo>
                  <a:lnTo>
                    <a:pt x="0" y="28575"/>
                  </a:lnTo>
                  <a:lnTo>
                    <a:pt x="5370322" y="28575"/>
                  </a:lnTo>
                  <a:lnTo>
                    <a:pt x="5370322" y="0"/>
                  </a:lnTo>
                  <a:close/>
                </a:path>
              </a:pathLst>
            </a:custGeom>
            <a:solidFill>
              <a:srgbClr val="E8AF3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071004" y="4693596"/>
            <a:ext cx="5370290" cy="3231928"/>
          </a:xfrm>
          <a:custGeom>
            <a:avLst/>
            <a:gdLst/>
            <a:ahLst/>
            <a:cxnLst/>
            <a:rect r="r" b="b" t="t" l="l"/>
            <a:pathLst>
              <a:path h="3231928" w="5370290">
                <a:moveTo>
                  <a:pt x="0" y="0"/>
                </a:moveTo>
                <a:lnTo>
                  <a:pt x="5370290" y="0"/>
                </a:lnTo>
                <a:lnTo>
                  <a:pt x="5370290" y="3231928"/>
                </a:lnTo>
                <a:lnTo>
                  <a:pt x="0" y="3231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" t="0" r="-12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6687" y="225609"/>
            <a:ext cx="4375652" cy="151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2"/>
              </a:lnSpc>
            </a:pPr>
            <a:r>
              <a:rPr lang="en-US" b="true" sz="474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Results: Model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7934" y="1785337"/>
            <a:ext cx="67485" cy="53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6687" y="4026246"/>
            <a:ext cx="5426897" cy="114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System effectively processes videos, extracting high-level features from each frame using ResNet- 18 CNN.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7607" y="1975837"/>
            <a:ext cx="9643748" cy="34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Themodelsuccessfullyclassifiesvideosinto "walking," "running," and "falling" categories.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58845" y="3895725"/>
            <a:ext cx="4941246" cy="114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LSTM classifier trained on feature sequences, optimizing to minimize errors and validating performance on unseen data.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687" y="8951119"/>
            <a:ext cx="15309618" cy="7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Accuracy depends on dataset diversity and size. Performance can be improved by training on larger, more varied datasets for better real-world generalization.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1004" y="3560712"/>
            <a:ext cx="5305816" cy="7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final trained model processes new video files and outputs activity predictions.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687" y="3114799"/>
            <a:ext cx="2700452" cy="41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b="true" sz="2374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Feature Extraction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58845" y="3114799"/>
            <a:ext cx="2187007" cy="41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b="true" sz="2374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Model 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71004" y="3114799"/>
            <a:ext cx="1503864" cy="41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b="true" sz="2374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Prediction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6815" y="2016176"/>
            <a:ext cx="16374332" cy="7053739"/>
          </a:xfrm>
          <a:custGeom>
            <a:avLst/>
            <a:gdLst/>
            <a:ahLst/>
            <a:cxnLst/>
            <a:rect r="r" b="b" t="t" l="l"/>
            <a:pathLst>
              <a:path h="7053739" w="16374332">
                <a:moveTo>
                  <a:pt x="0" y="0"/>
                </a:moveTo>
                <a:lnTo>
                  <a:pt x="16374332" y="0"/>
                </a:lnTo>
                <a:lnTo>
                  <a:pt x="16374332" y="7053739"/>
                </a:lnTo>
                <a:lnTo>
                  <a:pt x="0" y="705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6815" y="724214"/>
            <a:ext cx="4178779" cy="93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4"/>
              </a:lnSpc>
            </a:pPr>
            <a:r>
              <a:rPr lang="en-US" b="true" sz="5374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Screenshots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3157" y="1523705"/>
            <a:ext cx="12683109" cy="7633097"/>
          </a:xfrm>
          <a:custGeom>
            <a:avLst/>
            <a:gdLst/>
            <a:ahLst/>
            <a:cxnLst/>
            <a:rect r="r" b="b" t="t" l="l"/>
            <a:pathLst>
              <a:path h="7633097" w="12683109">
                <a:moveTo>
                  <a:pt x="0" y="0"/>
                </a:moveTo>
                <a:lnTo>
                  <a:pt x="12683109" y="0"/>
                </a:lnTo>
                <a:lnTo>
                  <a:pt x="12683109" y="7633097"/>
                </a:lnTo>
                <a:lnTo>
                  <a:pt x="0" y="76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t="0" r="-6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157" y="548707"/>
            <a:ext cx="6578003" cy="70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6"/>
              </a:lnSpc>
            </a:pPr>
            <a:r>
              <a:rPr lang="en-US" b="true" sz="40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Example of the prediction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92238" y="3810591"/>
            <a:ext cx="3148308" cy="19050"/>
            <a:chOff x="0" y="0"/>
            <a:chExt cx="3148305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8330" cy="19050"/>
            </a:xfrm>
            <a:custGeom>
              <a:avLst/>
              <a:gdLst/>
              <a:ahLst/>
              <a:cxnLst/>
              <a:rect r="r" b="b" t="t" l="l"/>
              <a:pathLst>
                <a:path h="19050" w="3148330">
                  <a:moveTo>
                    <a:pt x="0" y="0"/>
                  </a:moveTo>
                  <a:lnTo>
                    <a:pt x="3148330" y="0"/>
                  </a:lnTo>
                  <a:lnTo>
                    <a:pt x="314833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340776" y="3362916"/>
            <a:ext cx="8797233" cy="19050"/>
            <a:chOff x="0" y="0"/>
            <a:chExt cx="8797226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97290" cy="19050"/>
            </a:xfrm>
            <a:custGeom>
              <a:avLst/>
              <a:gdLst/>
              <a:ahLst/>
              <a:cxnLst/>
              <a:rect r="r" b="b" t="t" l="l"/>
              <a:pathLst>
                <a:path h="19050" w="8797290">
                  <a:moveTo>
                    <a:pt x="0" y="0"/>
                  </a:moveTo>
                  <a:lnTo>
                    <a:pt x="0" y="19050"/>
                  </a:lnTo>
                  <a:lnTo>
                    <a:pt x="299720" y="19050"/>
                  </a:lnTo>
                  <a:lnTo>
                    <a:pt x="299720" y="0"/>
                  </a:lnTo>
                  <a:close/>
                  <a:moveTo>
                    <a:pt x="379730" y="0"/>
                  </a:moveTo>
                  <a:lnTo>
                    <a:pt x="379730" y="19050"/>
                  </a:lnTo>
                  <a:lnTo>
                    <a:pt x="824230" y="19050"/>
                  </a:lnTo>
                  <a:lnTo>
                    <a:pt x="824230" y="0"/>
                  </a:lnTo>
                  <a:close/>
                  <a:moveTo>
                    <a:pt x="992886" y="0"/>
                  </a:moveTo>
                  <a:lnTo>
                    <a:pt x="992886" y="19050"/>
                  </a:lnTo>
                  <a:lnTo>
                    <a:pt x="2790698" y="19050"/>
                  </a:lnTo>
                  <a:lnTo>
                    <a:pt x="2790698" y="0"/>
                  </a:lnTo>
                  <a:close/>
                  <a:moveTo>
                    <a:pt x="2908681" y="0"/>
                  </a:moveTo>
                  <a:lnTo>
                    <a:pt x="2908681" y="19050"/>
                  </a:lnTo>
                  <a:lnTo>
                    <a:pt x="5707507" y="19050"/>
                  </a:lnTo>
                  <a:lnTo>
                    <a:pt x="5707507" y="0"/>
                  </a:lnTo>
                  <a:close/>
                  <a:moveTo>
                    <a:pt x="5825490" y="0"/>
                  </a:moveTo>
                  <a:lnTo>
                    <a:pt x="5825490" y="19050"/>
                  </a:lnTo>
                  <a:lnTo>
                    <a:pt x="6596507" y="19050"/>
                  </a:lnTo>
                  <a:lnTo>
                    <a:pt x="6596507" y="0"/>
                  </a:lnTo>
                  <a:close/>
                  <a:moveTo>
                    <a:pt x="6765290" y="0"/>
                  </a:moveTo>
                  <a:lnTo>
                    <a:pt x="6765290" y="19050"/>
                  </a:lnTo>
                  <a:lnTo>
                    <a:pt x="8797290" y="19050"/>
                  </a:lnTo>
                  <a:lnTo>
                    <a:pt x="8797290" y="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02939"/>
            <a:ext cx="6364243" cy="49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GitHub Repository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2477" y="2823420"/>
            <a:ext cx="7871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004395"/>
            <a:ext cx="16468649" cy="43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Find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full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project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code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and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documentation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our</a:t>
            </a:r>
            <a:r>
              <a:rPr lang="en-US" sz="218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8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GitHub:</a:t>
            </a:r>
            <a:r>
              <a:rPr lang="en-US" sz="2186">
                <a:solidFill>
                  <a:srgbClr val="626C3B"/>
                </a:solidFill>
                <a:latin typeface="Arimo"/>
                <a:ea typeface="Arimo"/>
                <a:cs typeface="Arimo"/>
                <a:sym typeface="Arimo"/>
                <a:hlinkClick r:id="rId2" tooltip="https://github.com/shreyaskm51/Human-Activity-Recognition-with-CNN-LSTM/tree/aiml-collab-file"/>
              </a:rPr>
              <a:t>https://github.com/shreyaskm51/Human-Activity-Recognition-with-CNN-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452070"/>
            <a:ext cx="3211258" cy="43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 u="sng">
                <a:solidFill>
                  <a:srgbClr val="626C3B"/>
                </a:solidFill>
                <a:latin typeface="Arimo"/>
                <a:ea typeface="Arimo"/>
                <a:cs typeface="Arimo"/>
                <a:sym typeface="Arimo"/>
                <a:hlinkClick r:id="rId3" tooltip="https://github.com/shreyaskm51/Human-Activity-Recognition-with-CNN-LSTM/blob/main/ai-har.ipynb"/>
              </a:rPr>
              <a:t>LSTM/tree/aiml-collab-file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EB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8717" y="4752527"/>
            <a:ext cx="3682556" cy="96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6"/>
              </a:lnSpc>
            </a:pPr>
            <a:r>
              <a:rPr lang="en-US" b="true" sz="5562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DAGwHXdeZE4</dc:identifier>
  <dcterms:modified xsi:type="dcterms:W3CDTF">2011-08-01T06:04:30Z</dcterms:modified>
  <cp:revision>1</cp:revision>
  <dc:title>HumanActivityRecognition_Suprment.pptx.pdf</dc:title>
</cp:coreProperties>
</file>